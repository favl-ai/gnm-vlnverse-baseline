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MobileNetV2-GNM + EMA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Objective: test whether EMA improves the MobileNetV2-GNM baseline. Controlled design: same four-scene VLNVerse/VLNTube split (dataset_manifest.json), same seed/config/evaluator — EMA the only change.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822960"/>
                <a:gridCol w="822960"/>
                <a:gridCol w="914400"/>
                <a:gridCol w="822960"/>
                <a:gridCol w="15544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EMA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OSR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NE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SPL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MobileNetV2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46.7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live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+ EMA (requested)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0.9999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20.0*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0.200*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EMA shadow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+ EMA (decay sanity)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33.3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6.93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EMA shadow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* Degenerate: at 0.9999 the shadow lags near initialization for this run length (trajectory length 0.13 m); its nominal SR is episodes starting inside the 3 m success radius.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Decision: MobileNetV2 baseline KEPT. EMA reported as a completed ablation (0.9999 = decay/horizon mismatch, not 'EMA failed'; 0.999 had best validation loss but did not improve navigation metrics).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Collision Rate: N/A offline — the offline evaluator has no physics/contact signal.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Held-out split: 15 episodes (trajectory-level holdout) — preliminary, high-variance.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Isaac Physics + Live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Selected checkpoint: MobileNetV2-GNM baseline (SHA-256 recorded). Full safety envelope: clamps, watchdog, emergency stop, explicit zeroing.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2834640"/>
                <a:gridCol w="1188720"/>
                <a:gridCol w="15544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start→min→final d2g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Path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Chassis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straight_short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2.00 → 0.00 → 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straight_medium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4.00 → 0.00 →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low_curvature_safe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3.02 → 0.39 → 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3.59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Collision Rate: 0.00 — MEASURED from PhysX chassis-contact events over 11.56 m (wheel–floor contact excluded by construction).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Positive collision control: a deliberate collision episode logged 27 chassis contacts against the reception desk — contact reporting is verified, so the zeros are measured, not assumed.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Onboard-camera video extracted directly from the episode rosbag (checksum committed; video kept out of git).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Scope: Isaac Sim live smoke evaluation — NOT a full VLNVerse benchmark. SR/OSR partially saturated on short routes; NE and Collision Rate are the informative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Scientific Interpretation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</a:rPr>
              <a:t>What worked:</a:t>
            </a:r>
          </a:p>
          <a:p>
            <a:r>
              <a:rPr sz="1300" b="0">
                <a:solidFill>
                  <a:srgbClr val="000000"/>
                </a:solidFill>
              </a:rPr>
              <a:t>• Controlled training pipeline on CUDA (RTX 4080 SUPER) with W&amp;B/MLOps traceability and checkpoint hashes.</a:t>
            </a:r>
          </a:p>
          <a:p>
            <a:r>
              <a:rPr sz="1300" b="0">
                <a:solidFill>
                  <a:srgbClr val="000000"/>
                </a:solidFill>
              </a:rPr>
              <a:t>• Episode-level dataset manifest: exact held-out episodes documented; zero train/eval overlap.</a:t>
            </a:r>
          </a:p>
          <a:p>
            <a:r>
              <a:rPr sz="1300" b="0">
                <a:solidFill>
                  <a:srgbClr val="000000"/>
                </a:solidFill>
              </a:rPr>
              <a:t>• Physics-measured Collision Rate with positive-control validation.</a:t>
            </a:r>
          </a:p>
          <a:p>
            <a:r>
              <a:rPr sz="1300" b="0">
                <a:solidFill>
                  <a:srgbClr val="000000"/>
                </a:solidFill>
              </a:rPr>
              <a:t>• Live Isaac evidence: trajectories, rosbags, contact logs, onboard video.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What did not improve:</a:t>
            </a:r>
          </a:p>
          <a:p>
            <a:r>
              <a:rPr sz="1300" b="0">
                <a:solidFill>
                  <a:srgbClr val="000000"/>
                </a:solidFill>
              </a:rPr>
              <a:t>• EMA did not replace the baseline (0.9999 degenerate at this horizon; 0.999 improved validation loss but not navigation metrics).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Limitations (stated, not hidden):</a:t>
            </a:r>
          </a:p>
          <a:p>
            <a:r>
              <a:rPr sz="1300" b="0">
                <a:solidFill>
                  <a:srgbClr val="000000"/>
                </a:solidFill>
              </a:rPr>
              <a:t>• 15 held-out offline episodes → preliminary, high-variance.</a:t>
            </a:r>
          </a:p>
          <a:p>
            <a:r>
              <a:rPr sz="1300" b="0">
                <a:solidFill>
                  <a:srgbClr val="000000"/>
                </a:solidFill>
              </a:rPr>
              <a:t>• Trajectory-level holdout, not scene-level (four-scene setup).</a:t>
            </a:r>
          </a:p>
          <a:p>
            <a:r>
              <a:rPr sz="1300" b="0">
                <a:solidFill>
                  <a:srgbClr val="000000"/>
                </a:solidFill>
              </a:rPr>
              <a:t>• Short-route SR/OSR saturation in the physics smoke.</a:t>
            </a:r>
          </a:p>
          <a:p>
            <a:r>
              <a:rPr sz="1300" b="0">
                <a:solidFill>
                  <a:srgbClr val="000000"/>
                </a:solidFill>
              </a:rPr>
              <a:t>• Smoke evaluation, not a full campaign or benchmark.</a:t>
            </a:r>
          </a:p>
          <a:p>
            <a:r>
              <a:rPr sz="1300" b="0">
                <a:solidFill>
                  <a:srgbClr val="000000"/>
                </a:solidFill>
              </a:rPr>
              <a:t/>
            </a:r>
          </a:p>
          <a:p>
            <a:r>
              <a:rPr sz="1300" b="0">
                <a:solidFill>
                  <a:srgbClr val="000000"/>
                </a:solidFill>
              </a:rPr>
              <a:t>Next:</a:t>
            </a:r>
          </a:p>
          <a:p>
            <a:r>
              <a:rPr sz="1300" b="0">
                <a:solidFill>
                  <a:srgbClr val="000000"/>
                </a:solidFill>
              </a:rPr>
              <a:t>• Generate more VLNVerse/VLNTube data for training/validation.</a:t>
            </a:r>
          </a:p>
          <a:p>
            <a:r>
              <a:rPr sz="1300" b="0">
                <a:solidFill>
                  <a:srgbClr val="000000"/>
                </a:solidFill>
              </a:rPr>
              <a:t>• Preserve a scene-level held-out test split.</a:t>
            </a:r>
          </a:p>
          <a:p>
            <a:r>
              <a:rPr sz="1300" b="0">
                <a:solidFill>
                  <a:srgbClr val="000000"/>
                </a:solidFill>
              </a:rPr>
              <a:t>• Rerun full evaluation; resume EfficientNet after the controlled baseline is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